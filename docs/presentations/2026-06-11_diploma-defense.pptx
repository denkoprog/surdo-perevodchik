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microsoft.com/office/2007/relationships/media" Target="../media/media1.mov"/><Relationship Id="rId4" Type="http://schemas.openxmlformats.org/officeDocument/2006/relationships/video" Target="../media/media1.mov"/><Relationship Id="rId5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exicon-demo-cropped.mo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28750" y="412750"/>
            <a:ext cx="9334500" cy="603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